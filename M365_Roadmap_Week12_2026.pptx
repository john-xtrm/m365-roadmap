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4C8A"/>
          </a:solidFill>
          <a:ln w="12700">
            <a:solidFill>
              <a:srgbClr val="0F4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365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1005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16459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22860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29260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23560" y="365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23560" y="1005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23560" y="16459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22860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23560" y="29260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365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05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6459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2860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9260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365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1005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16459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29260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365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1005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16459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22860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29260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35240" y="365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1005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35240" y="16459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35240" y="22860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35240" y="29260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365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1005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16459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22860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29260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41080" y="365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41080" y="1005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41080" y="16459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41080" y="22860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41080" y="29260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109728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</a:t>
            </a:r>
            <a:endParaRPr lang="en-US" sz="12000" dirty="0"/>
          </a:p>
        </p:txBody>
      </p:sp>
      <p:sp>
        <p:nvSpPr>
          <p:cNvPr id="45" name="Text 43"/>
          <p:cNvSpPr/>
          <p:nvPr/>
        </p:nvSpPr>
        <p:spPr>
          <a:xfrm>
            <a:off x="457200" y="960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ROADMAP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13716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er nieuw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week?</a:t>
            </a:r>
            <a:endParaRPr lang="en-US" sz="4200" dirty="0"/>
          </a:p>
        </p:txBody>
      </p:sp>
      <p:sp>
        <p:nvSpPr>
          <p:cNvPr id="47" name="Text 45"/>
          <p:cNvSpPr/>
          <p:nvPr/>
        </p:nvSpPr>
        <p:spPr>
          <a:xfrm>
            <a:off x="457200" y="3063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16 mrt – 22 maart 2026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457200" y="3611880"/>
            <a:ext cx="2560320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57200" y="36118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nieuwe roadmap items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57200" y="4206240"/>
            <a:ext cx="2651760" cy="512064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51960"/>
            <a:ext cx="384048" cy="384048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987552" y="4206240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(6)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291840" y="4206240"/>
            <a:ext cx="2651760" cy="512064"/>
          </a:xfrm>
          <a:prstGeom prst="rect">
            <a:avLst/>
          </a:prstGeom>
          <a:solidFill>
            <a:srgbClr val="0078D4">
              <a:alpha val="22000"/>
            </a:srgbClr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4251960"/>
            <a:ext cx="384048" cy="384048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3822192" y="4206240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(1)</a:t>
            </a:r>
            <a:endParaRPr lang="en-US" sz="1100" dirty="0"/>
          </a:p>
        </p:txBody>
      </p:sp>
      <p:sp>
        <p:nvSpPr>
          <p:cNvPr id="56" name="Shape 52"/>
          <p:cNvSpPr/>
          <p:nvPr/>
        </p:nvSpPr>
        <p:spPr>
          <a:xfrm>
            <a:off x="6126480" y="4206240"/>
            <a:ext cx="2651760" cy="512064"/>
          </a:xfrm>
          <a:prstGeom prst="rect">
            <a:avLst/>
          </a:prstGeom>
          <a:solidFill>
            <a:srgbClr val="3B4DC8">
              <a:alpha val="22000"/>
            </a:srgbClr>
          </a:solidFill>
          <a:ln w="12700">
            <a:solidFill>
              <a:srgbClr val="3B4DC8"/>
            </a:solidFill>
            <a:prstDash val="solid"/>
          </a:ln>
        </p:spPr>
      </p:sp>
      <p:pic>
        <p:nvPicPr>
          <p:cNvPr id="5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251960"/>
            <a:ext cx="384048" cy="384048"/>
          </a:xfrm>
          <a:prstGeom prst="rect">
            <a:avLst/>
          </a:prstGeom>
        </p:spPr>
      </p:pic>
      <p:sp>
        <p:nvSpPr>
          <p:cNvPr id="58" name="Text 53"/>
          <p:cNvSpPr/>
          <p:nvPr/>
        </p:nvSpPr>
        <p:spPr>
          <a:xfrm>
            <a:off x="6656832" y="4206240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(1)</a:t>
            </a:r>
            <a:endParaRPr lang="en-US" sz="1100" dirty="0"/>
          </a:p>
        </p:txBody>
      </p:sp>
      <p:sp>
        <p:nvSpPr>
          <p:cNvPr id="59" name="Shape 54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gegenereerd op basis van de officiële Microsoft 365 Roadmap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04288"/>
            <a:ext cx="9144000" cy="274320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47472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566928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920240" y="1691640"/>
            <a:ext cx="2011680" cy="420624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20240" y="16916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nieuwe updates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" y="2843784"/>
            <a:ext cx="109728" cy="109728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" y="27432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Protection – Sensitivity label support in Viva Engage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5488" y="3191256"/>
            <a:ext cx="109728" cy="109728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3090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– Data Security Triage Agent-samenvattingen in Defender XDR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75488" y="3538728"/>
            <a:ext cx="109728" cy="109728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" y="34381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 – Reviewset-limiet verhoogd naar 100 per zaak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75488" y="3886200"/>
            <a:ext cx="109728" cy="109728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" y="37856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Protection – Beleidssyncstatus voor labelbeleid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75488" y="4233672"/>
            <a:ext cx="109728" cy="109728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413308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Protection – Labelovererving voor Teams-meeting artefacten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75488" y="4581144"/>
            <a:ext cx="109728" cy="109728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" y="448056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Protection – Dynamische beveiligingsgroepen in labelbeleid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Roadmap — Week 12 ·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aka.ms/m365roadmap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45720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438912" cy="4389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#558684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NIEUW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69280" y="155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Toegevoegd: 2026-03-18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2608" y="6858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Protection – Sensitivity label support in Viva Engage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292608" y="1435608"/>
            <a:ext cx="3200400" cy="2286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608" y="1563624"/>
            <a:ext cx="8503920" cy="1408176"/>
          </a:xfrm>
          <a:prstGeom prst="rect">
            <a:avLst/>
          </a:prstGeom>
          <a:solidFill>
            <a:srgbClr val="161B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" y="1655064"/>
            <a:ext cx="8138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Organisaties kunnen nu handmatig Purview-gevoeligheidslabels toepassen in Viva Engage. Beheerders maken labels en publicatiebeleid aan; eindgebruikers passen ze toe op Engage-communities om gevoelige data te classificeren en te beschermen.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292608" y="3154680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3154680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92608" y="3392424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ontwikkeling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151632" y="3154680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51632" y="3154680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151632" y="3392424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2026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10656" y="3154680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10656" y="3154680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010656" y="3392424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 2026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Roadmap — Week 12 ·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aka.ms/m365roadmap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45720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438912" cy="4389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#558860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NIEUW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69280" y="155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Toegevoegd: 2026-03-17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2608" y="6858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– Data Security Triage Agent-samenvattingen in Defender XDR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292608" y="1435608"/>
            <a:ext cx="3200400" cy="2286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608" y="1563624"/>
            <a:ext cx="8503920" cy="1408176"/>
          </a:xfrm>
          <a:prstGeom prst="rect">
            <a:avLst/>
          </a:prstGeom>
          <a:solidFill>
            <a:srgbClr val="161B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" y="1655064"/>
            <a:ext cx="8138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Samenvattingen en categoriseringen van de Data Security Triage Agent voor DLP-meldingen worden beschikbaar in DLP Alerts in Microsoft Defender XDR, zodat beveiligingsanalisten sneller triage kunnen uitvoeren.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292608" y="3154680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3154680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92608" y="3392424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ontwikkeling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151632" y="3154680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51632" y="3154680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151632" y="3392424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10656" y="3154680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10656" y="3154680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010656" y="3392424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Roadmap — Week 12 ·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aka.ms/m365roadmap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45720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438912" cy="4389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#558858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NIEUW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69280" y="155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Toegevoegd: 2026-03-17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2608" y="6858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 – Reviewset-limiet verhoogd naar 100 per zaak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292608" y="1435608"/>
            <a:ext cx="3200400" cy="2286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608" y="1563624"/>
            <a:ext cx="8503920" cy="1060704"/>
          </a:xfrm>
          <a:prstGeom prst="rect">
            <a:avLst/>
          </a:prstGeom>
          <a:solidFill>
            <a:srgbClr val="161B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" y="1655064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reviewset-limiet per zaak wordt verhoogd van 20 naar 100. Dit biedt grotere flexibiliteit bij uitgebreide juridische onderzoeken en compliance-trajecten zonder onnodige beperkingen.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292608" y="2807208"/>
            <a:ext cx="4215384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2807208"/>
            <a:ext cx="4215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92608" y="3044952"/>
            <a:ext cx="4215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ontwikkeling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81144" y="2807208"/>
            <a:ext cx="4215384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81144" y="2807208"/>
            <a:ext cx="4215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581144" y="3044952"/>
            <a:ext cx="4215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Roadmap — Week 12 ·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aka.ms/m365roadmap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45720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438912" cy="4389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#558687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NIEUW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69280" y="155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Toegevoegd: 2026-03-16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2608" y="6858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Protection – Beleidssyncstatus voor labelbeleid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292608" y="1435608"/>
            <a:ext cx="3200400" cy="2286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608" y="1563624"/>
            <a:ext cx="8503920" cy="1408176"/>
          </a:xfrm>
          <a:prstGeom prst="rect">
            <a:avLst/>
          </a:prstGeom>
          <a:solidFill>
            <a:srgbClr val="161B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" y="1655064"/>
            <a:ext cx="8138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Beheerders zien nu de synchronisatiestatus van labelpublicatiebeleid direct in de Purview-portal. Dit bevestigt dat beleidswijzigingen volledig zijn doorgevoerd in alle Microsoft 365-workloads, waardoor troubleshooting eenvoudiger wordt.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292608" y="3154680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3154680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92608" y="3392424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ontwikkeling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151632" y="3154680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51632" y="3154680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151632" y="3392424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10656" y="3154680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10656" y="3154680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010656" y="3392424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 2026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Roadmap — Week 12 ·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aka.ms/m365roadmap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45720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438912" cy="4389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#558686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NIEUW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69280" y="155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Toegevoegd: 2026-03-16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2608" y="685800"/>
            <a:ext cx="8503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Protection – Labelovererving voor Teams-meeting artefacten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92608" y="1847088"/>
            <a:ext cx="3200400" cy="2286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608" y="1975104"/>
            <a:ext cx="8503920" cy="1408176"/>
          </a:xfrm>
          <a:prstGeom prst="rect">
            <a:avLst/>
          </a:prstGeom>
          <a:solidFill>
            <a:srgbClr val="161B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" y="2066544"/>
            <a:ext cx="8138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Opnames, transcripten en Loop-notities van Teams-meetings kunnen nu automatisch het gevoeligheidslabel van de meeting overnemen, zonder handmatige labeling. Minder risico, minder handmatig werk, consistente bescherming.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292608" y="3566160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3566160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92608" y="3803904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ontwikkeling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151632" y="3566160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51632" y="3566160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151632" y="3803904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10656" y="3566160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10656" y="3566160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010656" y="3803904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2026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Roadmap — Week 12 ·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aka.ms/m365roadmap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45720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438912" cy="4389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#558685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NIEUW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69280" y="155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Toegevoegd: 2026-03-16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2608" y="685800"/>
            <a:ext cx="8503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Protection – Dynamische beveiligingsgroepen in labelbeleid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92608" y="1847088"/>
            <a:ext cx="3200400" cy="2286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608" y="1975104"/>
            <a:ext cx="8503920" cy="1060704"/>
          </a:xfrm>
          <a:prstGeom prst="rect">
            <a:avLst/>
          </a:prstGeom>
          <a:solidFill>
            <a:srgbClr val="161B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" y="2066544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Beheerders kunnen nu moderne Microsoft 365-groepen uitsluiten en labelbeleid koppelen aan dynamische en niet-e-mailbeveiligde beveiligingsgroepen, voor meer flexibel beleidsbeheer.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292608" y="3218688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3218688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92608" y="3456432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ontwikkeling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151632" y="3218688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51632" y="3218688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151632" y="3456432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2026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10656" y="3218688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10656" y="3218688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010656" y="3456432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 2026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Roadmap — Week 12 ·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aka.ms/m365roadmap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04288"/>
            <a:ext cx="9144000" cy="274320"/>
          </a:xfrm>
          <a:prstGeom prst="rect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>
                <a:alpha val="4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47472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566928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Edge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920240" y="1691640"/>
            <a:ext cx="2011680" cy="420624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20240" y="16916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nieuwe update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" y="2843784"/>
            <a:ext cx="109728" cy="109728"/>
          </a:xfrm>
          <a:prstGeom prst="oval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" y="27432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Beveiligingsupdatewaarschuwingen in de Edge-beheerservice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Roadmap — Week 12 ·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aka.ms/m365roadmap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45720"/>
          </a:xfrm>
          <a:prstGeom prst="rect">
            <a:avLst/>
          </a:prstGeom>
          <a:solidFill>
            <a:srgbClr val="0078D4">
              <a:alpha val="60000"/>
            </a:srgbClr>
          </a:solidFill>
          <a:ln w="12700">
            <a:solidFill>
              <a:srgbClr val="0078D4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438912" cy="4389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#558435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NIEUW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69280" y="155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Toegevoegd: 2026-03-18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2608" y="6858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Beveiligingsupdatewaarschuwingen in de Edge-beheerservice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292608" y="1435608"/>
            <a:ext cx="3200400" cy="22860"/>
          </a:xfrm>
          <a:prstGeom prst="rect">
            <a:avLst/>
          </a:prstGeom>
          <a:solidFill>
            <a:srgbClr val="0078D4">
              <a:alpha val="70000"/>
            </a:srgbClr>
          </a:solidFill>
          <a:ln w="12700">
            <a:solidFill>
              <a:srgbClr val="0078D4">
                <a:alpha val="7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608" y="1563624"/>
            <a:ext cx="8503920" cy="1408176"/>
          </a:xfrm>
          <a:prstGeom prst="rect">
            <a:avLst/>
          </a:prstGeom>
          <a:solidFill>
            <a:srgbClr val="161B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" y="1655064"/>
            <a:ext cx="8138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Beheerders kiezen een ernstdrempel en ontvangen meldingen wanneer een nieuwe Edge-update beveiligingsoplossingen biedt die die drempel bereiken of overschrijden — inclusief zero-day-fixes. Zo identificeren organisaties snel updates die aandacht vereisen.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292608" y="3154680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3154680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92608" y="3392424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ontwikkeling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151632" y="3154680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51632" y="3154680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151632" y="3392424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10656" y="3154680"/>
            <a:ext cx="27858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10656" y="3154680"/>
            <a:ext cx="278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010656" y="3392424"/>
            <a:ext cx="278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Roadmap — Week 12 ·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aka.ms/m365roadmap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3B4DC8"/>
          </a:solidFill>
          <a:ln w="12700">
            <a:solidFill>
              <a:srgbClr val="3B4D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04288"/>
            <a:ext cx="9144000" cy="274320"/>
          </a:xfrm>
          <a:prstGeom prst="rect">
            <a:avLst/>
          </a:prstGeom>
          <a:solidFill>
            <a:srgbClr val="3B4DC8">
              <a:alpha val="45000"/>
            </a:srgbClr>
          </a:solidFill>
          <a:ln w="12700">
            <a:solidFill>
              <a:srgbClr val="3B4DC8">
                <a:alpha val="4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47472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566928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Viva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920240" y="1691640"/>
            <a:ext cx="2011680" cy="420624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20240" y="16916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nieuwe update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" y="2843784"/>
            <a:ext cx="109728" cy="109728"/>
          </a:xfrm>
          <a:prstGeom prst="oval">
            <a:avLst/>
          </a:prstGeom>
          <a:solidFill>
            <a:srgbClr val="3B4DC8"/>
          </a:solidFill>
          <a:ln w="12700">
            <a:solidFill>
              <a:srgbClr val="3B4D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" y="27432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Intelligente samenvattingen in het Copilot-dashboard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Roadmap — Week 12 ·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aka.ms/m365roadmap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4DC8"/>
          </a:solidFill>
          <a:ln w="12700">
            <a:solidFill>
              <a:srgbClr val="3B4D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8997696" cy="45720"/>
          </a:xfrm>
          <a:prstGeom prst="rect">
            <a:avLst/>
          </a:prstGeom>
          <a:solidFill>
            <a:srgbClr val="3B4DC8">
              <a:alpha val="60000"/>
            </a:srgbClr>
          </a:solidFill>
          <a:ln w="12700">
            <a:solidFill>
              <a:srgbClr val="3B4DC8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438912" cy="4389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solidFill>
            <a:srgbClr val="3B4DC8">
              <a:alpha val="20000"/>
            </a:srgbClr>
          </a:solidFill>
          <a:ln w="12700">
            <a:solidFill>
              <a:srgbClr val="3B4DC8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55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9424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#557681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27248" y="1554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NIEUW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69280" y="155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Toegevoegd: 2026-03-16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2608" y="6858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Intelligente samenvattingen in het Copilot-dashboard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292608" y="1435608"/>
            <a:ext cx="3200400" cy="22860"/>
          </a:xfrm>
          <a:prstGeom prst="rect">
            <a:avLst/>
          </a:prstGeom>
          <a:solidFill>
            <a:srgbClr val="3B4DC8">
              <a:alpha val="70000"/>
            </a:srgbClr>
          </a:solidFill>
          <a:ln w="12700">
            <a:solidFill>
              <a:srgbClr val="3B4DC8">
                <a:alpha val="7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608" y="1563624"/>
            <a:ext cx="8503920" cy="1408176"/>
          </a:xfrm>
          <a:prstGeom prst="rect">
            <a:avLst/>
          </a:prstGeom>
          <a:solidFill>
            <a:srgbClr val="161B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" y="1655064"/>
            <a:ext cx="8138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Copilot-dashboard krijgt intelligente samenvattingen die sleuteladoptietrends uitlichten en aangeven waar gerichte aandacht de Copilot-adoptie kan versnellen. Suggestieprompts bieden diepere inzichten in onderliggende trends.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292608" y="3154680"/>
            <a:ext cx="4215384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3154680"/>
            <a:ext cx="4215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92608" y="3392424"/>
            <a:ext cx="4215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ontwikkeling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81144" y="3154680"/>
            <a:ext cx="4215384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81144" y="3154680"/>
            <a:ext cx="4215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581144" y="3392424"/>
            <a:ext cx="4215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Roadmap — Week 12 ·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aka.ms/m365roadmap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2743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8686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14630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20574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2651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32461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38404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4434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68112" y="2743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68112" y="8686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68112" y="14630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68112" y="20574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68112" y="2651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68112" y="32461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68112" y="38404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68112" y="4434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07024" y="2743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07024" y="8686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7024" y="14630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20574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07024" y="2651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07024" y="32461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7024" y="38404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07024" y="4434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45936" y="2743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5936" y="8686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45936" y="14630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5936" y="20574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2651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45936" y="32461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45936" y="38404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45936" y="4434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84848" y="2743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84848" y="8686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84848" y="14630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84848" y="20574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84848" y="2651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84848" y="32461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84848" y="38404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84848" y="4434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23760" y="2743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23760" y="8686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23760" y="14630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20574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23760" y="2651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23760" y="32461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23760" y="38404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23760" y="4434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62672" y="2743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62672" y="8686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62672" y="14630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62672" y="20574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62672" y="2651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62672" y="32461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62672" y="38404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62672" y="4434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01584" y="2743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01584" y="8686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01584" y="14630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01584" y="20574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01584" y="2651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01584" y="32461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01584" y="38404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01584" y="4434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540496" y="2743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40496" y="8686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40496" y="14630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540496" y="20574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40496" y="2651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540496" y="32461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540496" y="38404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540496" y="4434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979408" y="2743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979408" y="8686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979408" y="14630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979408" y="205740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979408" y="265176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79408" y="324612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79408" y="384048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79408" y="4434840"/>
            <a:ext cx="54864" cy="54864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8640" y="1188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Blijf up-to-date.</a:t>
            </a:r>
            <a:endParaRPr lang="en-US" sz="4400" dirty="0"/>
          </a:p>
        </p:txBody>
      </p:sp>
      <p:sp>
        <p:nvSpPr>
          <p:cNvPr id="84" name="Text 82"/>
          <p:cNvSpPr/>
          <p:nvPr/>
        </p:nvSpPr>
        <p:spPr>
          <a:xfrm>
            <a:off x="548640" y="233172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Bekijk de volledige roadmap op</a:t>
            </a:r>
            <a:endParaRPr lang="en-US" sz="1500" dirty="0"/>
          </a:p>
        </p:txBody>
      </p:sp>
      <p:sp>
        <p:nvSpPr>
          <p:cNvPr id="85" name="Shape 83"/>
          <p:cNvSpPr/>
          <p:nvPr/>
        </p:nvSpPr>
        <p:spPr>
          <a:xfrm>
            <a:off x="548640" y="2834640"/>
            <a:ext cx="2926080" cy="5120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48640" y="283464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aka.ms/m365roadmap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54864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update: week 13 · 23 maart 2026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548640" y="4114800"/>
            <a:ext cx="1600200" cy="530352"/>
          </a:xfrm>
          <a:prstGeom prst="rect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8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160520"/>
            <a:ext cx="402336" cy="402336"/>
          </a:xfrm>
          <a:prstGeom prst="rect">
            <a:avLst/>
          </a:prstGeom>
        </p:spPr>
      </p:pic>
      <p:sp>
        <p:nvSpPr>
          <p:cNvPr id="90" name="Text 87"/>
          <p:cNvSpPr/>
          <p:nvPr/>
        </p:nvSpPr>
        <p:spPr>
          <a:xfrm>
            <a:off x="1078992" y="41148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</a:t>
            </a:r>
            <a:endParaRPr lang="en-US" sz="1050" dirty="0"/>
          </a:p>
        </p:txBody>
      </p:sp>
      <p:sp>
        <p:nvSpPr>
          <p:cNvPr id="91" name="Shape 88"/>
          <p:cNvSpPr/>
          <p:nvPr/>
        </p:nvSpPr>
        <p:spPr>
          <a:xfrm>
            <a:off x="2304288" y="4114800"/>
            <a:ext cx="1600200" cy="530352"/>
          </a:xfrm>
          <a:prstGeom prst="rect">
            <a:avLst/>
          </a:prstGeom>
          <a:solidFill>
            <a:srgbClr val="0078D4">
              <a:alpha val="28000"/>
            </a:srgbClr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9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4160520"/>
            <a:ext cx="402336" cy="402336"/>
          </a:xfrm>
          <a:prstGeom prst="rect">
            <a:avLst/>
          </a:prstGeom>
        </p:spPr>
      </p:pic>
      <p:sp>
        <p:nvSpPr>
          <p:cNvPr id="93" name="Text 89"/>
          <p:cNvSpPr/>
          <p:nvPr/>
        </p:nvSpPr>
        <p:spPr>
          <a:xfrm>
            <a:off x="2834640" y="41148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050" dirty="0"/>
          </a:p>
        </p:txBody>
      </p:sp>
      <p:sp>
        <p:nvSpPr>
          <p:cNvPr id="94" name="Shape 90"/>
          <p:cNvSpPr/>
          <p:nvPr/>
        </p:nvSpPr>
        <p:spPr>
          <a:xfrm>
            <a:off x="4059936" y="4114800"/>
            <a:ext cx="1600200" cy="530352"/>
          </a:xfrm>
          <a:prstGeom prst="rect">
            <a:avLst/>
          </a:prstGeom>
          <a:solidFill>
            <a:srgbClr val="3B4DC8">
              <a:alpha val="28000"/>
            </a:srgbClr>
          </a:solidFill>
          <a:ln w="12700">
            <a:solidFill>
              <a:srgbClr val="3B4DC8"/>
            </a:solidFill>
            <a:prstDash val="solid"/>
          </a:ln>
        </p:spPr>
      </p:sp>
      <p:pic>
        <p:nvPicPr>
          <p:cNvPr id="9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4160520"/>
            <a:ext cx="402336" cy="402336"/>
          </a:xfrm>
          <a:prstGeom prst="rect">
            <a:avLst/>
          </a:prstGeom>
        </p:spPr>
      </p:pic>
      <p:sp>
        <p:nvSpPr>
          <p:cNvPr id="96" name="Text 91"/>
          <p:cNvSpPr/>
          <p:nvPr/>
        </p:nvSpPr>
        <p:spPr>
          <a:xfrm>
            <a:off x="4590288" y="41148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</a:t>
            </a:r>
            <a:endParaRPr lang="en-US" sz="1050" dirty="0"/>
          </a:p>
        </p:txBody>
      </p:sp>
      <p:sp>
        <p:nvSpPr>
          <p:cNvPr id="97" name="Shape 9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80C14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98" name="Text 93"/>
          <p:cNvSpPr/>
          <p:nvPr/>
        </p:nvSpPr>
        <p:spPr>
          <a:xfrm>
            <a:off x="365760" y="4782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Roadmap — Week 12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Roadmap — Week 12 2026</dc:title>
  <dc:subject>PptxGenJS Presentation</dc:subject>
  <dc:creator>PptxGenJS</dc:creator>
  <cp:lastModifiedBy>PptxGenJS</cp:lastModifiedBy>
  <cp:revision>1</cp:revision>
  <dcterms:created xsi:type="dcterms:W3CDTF">2026-03-19T13:43:50Z</dcterms:created>
  <dcterms:modified xsi:type="dcterms:W3CDTF">2026-03-19T13:43:50Z</dcterms:modified>
</cp:coreProperties>
</file>